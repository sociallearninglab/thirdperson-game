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1" r:id="rId2"/>
    <p:sldId id="360" r:id="rId3"/>
    <p:sldId id="362" r:id="rId4"/>
    <p:sldId id="363" r:id="rId5"/>
    <p:sldId id="366" r:id="rId6"/>
    <p:sldId id="367" r:id="rId7"/>
    <p:sldId id="375" r:id="rId8"/>
    <p:sldId id="376" r:id="rId9"/>
    <p:sldId id="377" r:id="rId10"/>
    <p:sldId id="379" r:id="rId11"/>
    <p:sldId id="374" r:id="rId12"/>
    <p:sldId id="3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3"/>
    <p:restoredTop sz="94658"/>
  </p:normalViewPr>
  <p:slideViewPr>
    <p:cSldViewPr snapToGrid="0">
      <p:cViewPr>
        <p:scale>
          <a:sx n="103" d="100"/>
          <a:sy n="103" d="100"/>
        </p:scale>
        <p:origin x="14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4ED-A81A-3506-5D69-9A714529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EF89E-5FF7-6EEE-2FF8-4C0D968E8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12C3-BBBE-FAC4-70E3-5FBE336D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9585-FB7B-D300-1731-8FA4F295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4A28-F257-F52E-D435-6C55496A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0713-432C-8355-9061-2FDBC7E8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1E30-1B26-F9F6-D2C5-490F69FA8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856E-2CE7-8A5B-E0B4-A5ED44CF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2997-0C54-F9F6-08D3-1205DACD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1AC2B-23D3-3B0C-0384-E2E6FC54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0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E9C6-6053-6E72-D202-C60A4230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A0995-6CBA-46AF-B8A2-E6800367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D5EA1-D48E-4330-59AA-17A1B6BA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5A65-2816-34EF-526F-62567F93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18E58-E8F1-D5A2-1D36-A0482622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2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9129-E5DE-1EAD-B25E-0A9B870B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A36F-3826-8D04-C62E-67F51E09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1D57D-575C-C2F4-92A7-6851041F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A0151-4C63-84CF-6423-49F1B1F8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23DB6-FB22-637B-201E-86E70D62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7E78D-9918-C28A-E2A3-22B2D574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7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8969-B55D-AC98-3B87-91EB91C7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73BD9-C6E2-0685-9DCE-9716F8C8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6B4D8-5F05-4532-8369-805409333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EC7E3-E9E5-200F-B0E4-589D47F38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CDE01-7E6F-D59B-D43F-AAC4EDCD1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8E79B-FDE4-8D54-B483-7E21AB04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71717-D790-F4ED-2532-4E462F4B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756F1-8E11-1690-169C-B93C89EB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2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99D5-A549-E314-4FF0-32319ECB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31F16-8DAC-E435-E552-5368680F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FAD0C-3386-060D-9A13-9419CF3B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4F7B-B87F-4F17-2727-F6E72FE0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6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D2997-F438-B93E-137B-09251056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3A796-A2E4-C7C9-3788-5B302E81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02535-B511-5C91-F598-C1647E3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8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AA6A-71DD-5FAF-AF5D-F7E77832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F3EA1-C286-8DCC-A2AD-EFF125200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02C57-0FED-678E-5D26-A140632B3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5EDEB-742C-7CAF-8A2F-CDCADB64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81899-0BCC-F668-BAC1-668560A9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18BA1-9B8B-852B-D630-1FFB3041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0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D413-2DA3-C18E-1871-C3AE896A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78E51-289D-6D87-D3CD-3E583D0B0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FA9CC-0CB6-FA40-D10E-D7A58F736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6FD9-70B1-7F6E-44E0-8B3F3924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065DC-AE5D-6F22-CB57-D65EB508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F8D2D-F235-79F4-FBB2-1399C3BB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9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CA2C-DFE2-8D0D-8797-6EAD7F76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57C71-48DE-F7AD-2B2A-9FCA98DF3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253D-2216-149F-5E96-89DE05C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B1637-8224-9B70-E416-2DAF29E4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C548-0B42-71B4-D6CA-F4E9D4E6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8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8CED68-0892-8EB2-E50A-123A91A58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600D4-78A5-C91D-1C75-405A92879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B507-62E7-D4E1-5C29-9136EF82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66C11-8E71-46E3-EA13-174FC0F7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1DD2-AF45-CFA5-4618-68F1DAB5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2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5FA06-EC71-BBFF-A603-BEBF1D8D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2FDAC-D40E-F9BB-286B-B50DF71A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5AF9-D005-6CDA-E8D6-1838A7A34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AC1C1-8471-8848-B888-E64593EA49E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EC36-7A6A-48DB-CC13-7DC5E39B1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6B81C-96CD-FDC8-95BC-292052AB4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9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4C0C-343B-4DE3-199D-66337D78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DCC20-F93B-DAC0-5CF3-51553ED4A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1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DFA1-2E0D-2FDA-38D2-B2B421FD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EE6F84-1811-F4F8-C288-191EA21031D3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3ADFC47-D2D8-8765-458C-7F333A30F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47704"/>
              <a:ext cx="974922" cy="137160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299358E-6B74-922B-5AE9-0D8A5966F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081095"/>
              <a:ext cx="974922" cy="137160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247072D-8A1E-DBF1-5FB8-D73B8413D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7704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26D7CED-C44E-1FF2-7592-0EBED21E0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7704"/>
              <a:ext cx="974922" cy="1371600"/>
            </a:xfrm>
            <a:prstGeom prst="rect">
              <a:avLst/>
            </a:prstGeom>
          </p:spPr>
        </p:pic>
        <p:pic>
          <p:nvPicPr>
            <p:cNvPr id="19" name="Picture 1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EDEFBBA-FE09-4369-873A-6B6BC180C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7704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455E1A7-BA36-6648-5AA2-8EF93A65D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7704"/>
              <a:ext cx="974922" cy="137160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DC9B6DC-2C20-0EAF-CD9D-5F88D6712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2746566"/>
              <a:ext cx="974922" cy="137160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E6F1FD1-4D5E-D631-E71F-B1384D34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1400846"/>
              <a:ext cx="974922" cy="137160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9E0A67D-4120-7803-D550-67D7E8997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7704"/>
              <a:ext cx="974922" cy="1371600"/>
            </a:xfrm>
            <a:prstGeom prst="rect">
              <a:avLst/>
            </a:prstGeom>
          </p:spPr>
        </p:pic>
        <p:pic>
          <p:nvPicPr>
            <p:cNvPr id="8" name="Picture 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3AE8633-3FB3-A056-7DBC-8916484CF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1400846"/>
              <a:ext cx="974922" cy="1371600"/>
            </a:xfrm>
            <a:prstGeom prst="rect">
              <a:avLst/>
            </a:prstGeom>
          </p:spPr>
        </p:pic>
        <p:pic>
          <p:nvPicPr>
            <p:cNvPr id="9" name="Picture 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0246861-F56A-B267-467F-90668433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7704"/>
              <a:ext cx="974922" cy="1371600"/>
            </a:xfrm>
            <a:prstGeom prst="rect">
              <a:avLst/>
            </a:prstGeom>
          </p:spPr>
        </p:pic>
        <p:pic>
          <p:nvPicPr>
            <p:cNvPr id="11" name="Picture 1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587FFA9-381F-2104-1CB1-4B2C3F5CF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081095"/>
              <a:ext cx="974922" cy="1371600"/>
            </a:xfrm>
            <a:prstGeom prst="rect">
              <a:avLst/>
            </a:prstGeom>
          </p:spPr>
        </p:pic>
        <p:pic>
          <p:nvPicPr>
            <p:cNvPr id="12" name="Picture 1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2774469-5EB4-AD77-97EB-CE83ABB80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081095"/>
              <a:ext cx="974922" cy="1371600"/>
            </a:xfrm>
            <a:prstGeom prst="rect">
              <a:avLst/>
            </a:prstGeom>
          </p:spPr>
        </p:pic>
        <p:pic>
          <p:nvPicPr>
            <p:cNvPr id="13" name="Picture 1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D526DB7-465C-1757-BD32-54C18A4F6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081095"/>
              <a:ext cx="974922" cy="1371600"/>
            </a:xfrm>
            <a:prstGeom prst="rect">
              <a:avLst/>
            </a:prstGeom>
          </p:spPr>
        </p:pic>
        <p:pic>
          <p:nvPicPr>
            <p:cNvPr id="14" name="Picture 1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B428ABB-E975-ED8B-1194-9F37D1990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081095"/>
              <a:ext cx="974922" cy="137160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9A85195-A708-72CB-0F9A-F4E5092DC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2735167"/>
              <a:ext cx="974922" cy="1371600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A8D08A6-DAE8-FB2F-869B-E4D40DD8A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2746566"/>
              <a:ext cx="974922" cy="1371600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46FC80A-28A2-4FBB-5206-D3F7DE4C9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1400846"/>
              <a:ext cx="974922" cy="1371600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DB3FF51-E200-11AE-8447-7AAEE3E0A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1400846"/>
              <a:ext cx="974922" cy="1371600"/>
            </a:xfrm>
            <a:prstGeom prst="rect">
              <a:avLst/>
            </a:prstGeom>
          </p:spPr>
        </p:pic>
        <p:pic>
          <p:nvPicPr>
            <p:cNvPr id="27" name="Picture 2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58965D1-2576-D416-A3B6-401BC46AC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1400846"/>
              <a:ext cx="974922" cy="1371600"/>
            </a:xfrm>
            <a:prstGeom prst="rect">
              <a:avLst/>
            </a:prstGeom>
          </p:spPr>
        </p:pic>
        <p:pic>
          <p:nvPicPr>
            <p:cNvPr id="28" name="Picture 2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480870D-0BA4-3D96-4746-6A7AB82DA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7704"/>
              <a:ext cx="974922" cy="1371600"/>
            </a:xfrm>
            <a:prstGeom prst="rect">
              <a:avLst/>
            </a:prstGeom>
          </p:spPr>
        </p:pic>
        <p:pic>
          <p:nvPicPr>
            <p:cNvPr id="29" name="Picture 2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76DACA6-3F62-E8C0-FF4F-6330F434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7704"/>
              <a:ext cx="974922" cy="1371600"/>
            </a:xfrm>
            <a:prstGeom prst="rect">
              <a:avLst/>
            </a:prstGeom>
          </p:spPr>
        </p:pic>
        <p:pic>
          <p:nvPicPr>
            <p:cNvPr id="30" name="Picture 2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D873AE7-EEB4-56E4-5FA9-167316C7E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7704"/>
              <a:ext cx="974922" cy="1371600"/>
            </a:xfrm>
            <a:prstGeom prst="rect">
              <a:avLst/>
            </a:prstGeom>
          </p:spPr>
        </p:pic>
        <p:pic>
          <p:nvPicPr>
            <p:cNvPr id="31" name="Picture 3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D497D4E-02B3-D6B0-273F-200BBCDB3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5415207"/>
              <a:ext cx="974922" cy="1371600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0FFE4FC-632B-56D3-D699-2F8CDBEAA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5415207"/>
              <a:ext cx="974922" cy="1371600"/>
            </a:xfrm>
            <a:prstGeom prst="rect">
              <a:avLst/>
            </a:prstGeom>
          </p:spPr>
        </p:pic>
        <p:pic>
          <p:nvPicPr>
            <p:cNvPr id="33" name="Picture 3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84889F4-E0AE-1AE5-9357-EF0E9F9B4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5415207"/>
              <a:ext cx="974922" cy="137160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958A9F9-714C-9878-A9D6-ED4F2F8B4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5415207"/>
              <a:ext cx="974922" cy="137160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C19EC3D-E6D3-33FE-1B3B-0FEE18679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5415207"/>
              <a:ext cx="974922" cy="1371600"/>
            </a:xfrm>
            <a:prstGeom prst="rect">
              <a:avLst/>
            </a:prstGeom>
          </p:spPr>
        </p:pic>
        <p:pic>
          <p:nvPicPr>
            <p:cNvPr id="36" name="Picture 3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0D3C100-04A5-6D08-7CFB-BDDD8F5BA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5415207"/>
              <a:ext cx="974922" cy="1371600"/>
            </a:xfrm>
            <a:prstGeom prst="rect">
              <a:avLst/>
            </a:prstGeom>
          </p:spPr>
        </p:pic>
        <p:pic>
          <p:nvPicPr>
            <p:cNvPr id="37" name="Picture 3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2601671-9307-064B-A317-88EB79B1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081095"/>
              <a:ext cx="974922" cy="1371600"/>
            </a:xfrm>
            <a:prstGeom prst="rect">
              <a:avLst/>
            </a:prstGeom>
          </p:spPr>
        </p:pic>
        <p:pic>
          <p:nvPicPr>
            <p:cNvPr id="38" name="Picture 3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D915A24-D56C-0C84-AFAE-FDF44392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081095"/>
              <a:ext cx="974922" cy="1371600"/>
            </a:xfrm>
            <a:prstGeom prst="rect">
              <a:avLst/>
            </a:prstGeom>
          </p:spPr>
        </p:pic>
        <p:pic>
          <p:nvPicPr>
            <p:cNvPr id="39" name="Picture 3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9225B01-5CF6-BD92-2822-B6E2757DC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081095"/>
              <a:ext cx="974922" cy="1371600"/>
            </a:xfrm>
            <a:prstGeom prst="rect">
              <a:avLst/>
            </a:prstGeom>
          </p:spPr>
        </p:pic>
        <p:pic>
          <p:nvPicPr>
            <p:cNvPr id="40" name="Picture 3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1B7C0A2-079A-6E64-665E-D4F736513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2746566"/>
              <a:ext cx="974922" cy="1371600"/>
            </a:xfrm>
            <a:prstGeom prst="rect">
              <a:avLst/>
            </a:prstGeom>
          </p:spPr>
        </p:pic>
        <p:pic>
          <p:nvPicPr>
            <p:cNvPr id="41" name="Picture 4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541B8D6-6FA9-E512-E2A7-714ED365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2746566"/>
              <a:ext cx="974922" cy="1371600"/>
            </a:xfrm>
            <a:prstGeom prst="rect">
              <a:avLst/>
            </a:prstGeom>
          </p:spPr>
        </p:pic>
        <p:pic>
          <p:nvPicPr>
            <p:cNvPr id="42" name="Picture 4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C85DC55-E208-B5FF-E5B0-047409C6C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2746566"/>
              <a:ext cx="974922" cy="1371600"/>
            </a:xfrm>
            <a:prstGeom prst="rect">
              <a:avLst/>
            </a:prstGeom>
          </p:spPr>
        </p:pic>
        <p:pic>
          <p:nvPicPr>
            <p:cNvPr id="43" name="Picture 4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A243FD5-1B30-9B69-12D8-1ACDCEFDD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5415207"/>
              <a:ext cx="974922" cy="1371600"/>
            </a:xfrm>
            <a:prstGeom prst="rect">
              <a:avLst/>
            </a:prstGeom>
          </p:spPr>
        </p:pic>
        <p:pic>
          <p:nvPicPr>
            <p:cNvPr id="44" name="Picture 4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B148FC3-9B9D-C86F-518E-2B5E7E64F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5415207"/>
              <a:ext cx="974922" cy="1371600"/>
            </a:xfrm>
            <a:prstGeom prst="rect">
              <a:avLst/>
            </a:prstGeom>
          </p:spPr>
        </p:pic>
        <p:pic>
          <p:nvPicPr>
            <p:cNvPr id="45" name="Picture 4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A724F94-4DB9-6DAC-5ABE-88BC8119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5415207"/>
              <a:ext cx="974922" cy="1371600"/>
            </a:xfrm>
            <a:prstGeom prst="rect">
              <a:avLst/>
            </a:prstGeom>
          </p:spPr>
        </p:pic>
        <p:pic>
          <p:nvPicPr>
            <p:cNvPr id="47" name="Picture 4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E50E2E8-4F63-1C48-4152-38CE52A7F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081095"/>
              <a:ext cx="974922" cy="1371600"/>
            </a:xfrm>
            <a:prstGeom prst="rect">
              <a:avLst/>
            </a:prstGeom>
          </p:spPr>
        </p:pic>
        <p:pic>
          <p:nvPicPr>
            <p:cNvPr id="48" name="Picture 4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3A6301C-1530-6EE1-79A8-A8EC738A1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2746566"/>
              <a:ext cx="974922" cy="1371600"/>
            </a:xfrm>
            <a:prstGeom prst="rect">
              <a:avLst/>
            </a:prstGeom>
          </p:spPr>
        </p:pic>
        <p:pic>
          <p:nvPicPr>
            <p:cNvPr id="49" name="Picture 4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CFDF276-A28E-FDC9-CF8E-7AF201A50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2746566"/>
              <a:ext cx="974922" cy="1371600"/>
            </a:xfrm>
            <a:prstGeom prst="rect">
              <a:avLst/>
            </a:prstGeom>
          </p:spPr>
        </p:pic>
        <p:pic>
          <p:nvPicPr>
            <p:cNvPr id="50" name="Picture 4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00069F9-AA49-7625-9278-EABD03396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1400846"/>
              <a:ext cx="974922" cy="1371600"/>
            </a:xfrm>
            <a:prstGeom prst="rect">
              <a:avLst/>
            </a:prstGeom>
          </p:spPr>
        </p:pic>
        <p:pic>
          <p:nvPicPr>
            <p:cNvPr id="51" name="Picture 5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ECD3D8A-0623-5729-A390-2EB255055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1400846"/>
              <a:ext cx="974922" cy="1371600"/>
            </a:xfrm>
            <a:prstGeom prst="rect">
              <a:avLst/>
            </a:prstGeom>
          </p:spPr>
        </p:pic>
        <p:pic>
          <p:nvPicPr>
            <p:cNvPr id="52" name="Picture 5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983CC5F-C5AB-FA6A-A766-B4068B75B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1400846"/>
              <a:ext cx="974922" cy="1371600"/>
            </a:xfrm>
            <a:prstGeom prst="rect">
              <a:avLst/>
            </a:prstGeom>
          </p:spPr>
        </p:pic>
        <p:pic>
          <p:nvPicPr>
            <p:cNvPr id="53" name="Picture 5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896F16C-560B-7BCA-5F9A-C5C52486A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139713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3B76CDF-1BAE-F3F3-2847-C03BD69F6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849" y="4081095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E4F1E27-3919-D6B0-ED93-4E43ADAF1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095" y="2749161"/>
              <a:ext cx="974922" cy="1371600"/>
            </a:xfrm>
            <a:prstGeom prst="rect">
              <a:avLst/>
            </a:prstGeom>
          </p:spPr>
        </p:pic>
        <p:pic>
          <p:nvPicPr>
            <p:cNvPr id="3" name="Picture 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05ECF73-7CDA-B6D3-BCA1-C85C26308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5415207"/>
              <a:ext cx="974922" cy="1371600"/>
            </a:xfrm>
            <a:prstGeom prst="rect">
              <a:avLst/>
            </a:prstGeom>
          </p:spPr>
        </p:pic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AF21375-BC45-3A50-1730-7842EE19F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9757" y="2753988"/>
              <a:ext cx="974922" cy="1371600"/>
            </a:xfrm>
            <a:prstGeom prst="rect">
              <a:avLst/>
            </a:prstGeom>
          </p:spPr>
        </p:pic>
        <p:pic>
          <p:nvPicPr>
            <p:cNvPr id="7" name="Picture 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734F8B4-09FB-7A77-5D40-4A1C4DAD2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143" y="1382233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156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4931-6F15-AD82-1A88-F693C76F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C51B9A-25D9-DB83-EFB5-1736B502E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41C839-21DE-E1A7-FB0E-6237D149F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701AB4-7D65-D58D-A080-59FAE6B2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87D3A8-8E84-4BFC-D779-550C5F00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07900B1-9269-7533-D1CB-D56787BB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B3D2E4-9C67-C3CC-BCCD-39EF5F6F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CAAD2B-E39C-F712-CE25-23B996CF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5E8BC4-0F95-6546-7D55-3C9D02C24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B710DE-F2BA-E340-35A5-42F8751CF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408287E-1844-593E-3DA9-8A393940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045CBE-0323-8DD9-6B6A-0A471645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7767AB7-8723-D6E6-2FD6-CC9B5002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0B24B1-1158-9917-DD2A-639D1D63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F146320-9E51-2314-CC79-459F5CE76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9CE7B1-5F7D-737E-73C7-0EEC920B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56CA0BF-949D-D494-4F40-5A7B4BB81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BFA2A2C-EAA6-FD53-3FC0-7A514FE8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97C2B1-71D4-4F70-98A2-5A368041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D8D8EAA-73F4-669C-41F7-477B063B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ED233A-B548-3CD3-9B12-34C70C223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F50E888-39F9-F6CB-C6F8-FC1B9DE50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0376F5-7A0B-C2DF-1177-5734C71E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EA7E26-CEF4-AC23-E2EC-EA62BCD5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CB873F3-E1CF-F3E5-7F44-3FCF163F2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9876166-A824-58B1-3C38-9FD960FA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0273D01-8524-CC16-D025-340220F5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B1A8B6-5BD6-2E19-94D9-EC8F10A4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C073E3-E90A-1A37-1F77-D8C7C196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490208-166D-5F74-507C-05B6E73C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F7E4628-51F5-DF67-BD1C-6CC4AFD39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3B6C4D-9583-CBEF-7E9E-725ACB4F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05C705E-184B-B682-A95B-5BBFA01AA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6A61579-80BC-96AE-9799-D450F74C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AA4214-60C7-2AB1-4932-39872AD8A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3CFF0A-7982-945D-D2FF-65CAB87B1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CBF9845-55A2-0CFD-C3B4-BEB565906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C5D2F4-DC6F-19E7-A670-5D030F80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E35616D-A115-3E13-743C-D1DED6CD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28FFFA-D4F0-3C7F-3A7D-3ACB2633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54E579-8F3E-A500-C175-03A60C98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76DF4D5-5C7C-53B8-69AD-4181EC2E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B81F82-F8DE-7405-3D61-32D56C39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E4E9E5F-FD28-9C59-1040-A6908A88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86C87D-E19D-0F7C-D62F-FE1E0D015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10" name="Picture 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A00918-F848-E070-8430-EED82A12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62F95F-73AD-77CB-818C-A2276035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57" y="2753988"/>
            <a:ext cx="974922" cy="1371600"/>
          </a:xfrm>
          <a:prstGeom prst="rect">
            <a:avLst/>
          </a:prstGeom>
        </p:spPr>
      </p:pic>
      <p:pic>
        <p:nvPicPr>
          <p:cNvPr id="57" name="Picture 5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67CEA41-0AF7-732E-29BC-BCA530FA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1397135"/>
            <a:ext cx="974922" cy="137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A3F580-9AAC-D01A-518B-73F5DD2B2EDA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F2F49FF-2882-3C1F-AA7C-54B962511827}"/>
              </a:ext>
            </a:extLst>
          </p:cNvPr>
          <p:cNvGrpSpPr/>
          <p:nvPr/>
        </p:nvGrpSpPr>
        <p:grpSpPr>
          <a:xfrm>
            <a:off x="2083849" y="1382233"/>
            <a:ext cx="8900168" cy="4070462"/>
            <a:chOff x="2083849" y="1382233"/>
            <a:chExt cx="8900168" cy="4070462"/>
          </a:xfrm>
        </p:grpSpPr>
        <p:pic>
          <p:nvPicPr>
            <p:cNvPr id="7" name="Picture 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3EACE9D-8E65-DBA8-22DC-37C3E768F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849" y="4081095"/>
              <a:ext cx="974922" cy="1371600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5E65410-0BAF-DAD8-2C2C-85758F1A2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143" y="1382233"/>
              <a:ext cx="974922" cy="1371600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79EB96B-C447-F8D4-BA10-E9E5FA617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095" y="2749161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394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0E32-9183-5FF6-5A0D-12F3F49F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AC41A48-3C3C-9B64-F2F3-72E43CDD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4EF63E-DB36-867A-8151-F4A841BD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DEB3380-F974-509E-8C79-7BB801851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E8F9E8-8CC9-0D21-96E9-00D7F9517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CE420B4-DE48-B211-7425-83DB3A2C8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BBB1C0A-5A3F-3182-9011-81B56118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965B5F-AF59-3699-6F2B-24B5EF37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FF379D-3467-CC32-F4C4-43733C6F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3A2287-0DE8-D61E-226B-76BB9651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1FB3DC-4D0D-8908-1F29-BD8DFDB8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7BCDB9-3FA7-C624-BBBB-74AFF301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EE3901C-6D3E-80D6-0826-B7B015896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8E00E5-732F-2235-5BE0-C75D5CFE9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FA606E-1332-DFEA-5FFE-29012F88D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D2AB6C-C806-2583-1323-6350BF7E0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C01F6A5-2A88-47EC-ACBF-9E0E55CD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458D73-412A-5D3C-A14C-82CE7BBC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629AEE-0A8B-26D7-A219-68C636CE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351D25-E63E-A9A4-89E6-0B3AFD0D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8DFDC9F-A169-65ED-0B9F-BF0A7391D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FF3F8F7-92D9-8852-EA2D-7AA4B128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D6B9141-CA1E-3E3B-EB63-8BDD57D6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C3B1518-4251-C50F-661B-9165398BE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538D2E0-9071-DA91-5606-2A9304E7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86C4FB-4FB5-E55F-3F73-0C5B55AF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F28C7CF-502F-97F0-7D6F-E246F0081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0E378EF-83F9-46A3-F0D8-E63FC4B2F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1713085-DED1-BA4D-9651-5D3D3F40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19A696-C7E0-9B2D-2FC8-91082E0A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3ABFFC-2424-99A9-3039-5F1648C5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2496F4-8C55-4397-BED4-3BFDF4FA8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397CB44-6F19-0C85-F66C-817297EA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F2FBBD2-4EFF-9E0C-7E18-56EA6BFF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A59B40-B80B-A518-7EF1-3BCB46CC9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B16874-E040-3FBA-7893-8D025048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25061D-1375-1924-00C5-4EDF68DF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8AC01DC-8B72-4739-A705-CA24F5A0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CC2944-B8B9-7317-6BCB-E46D459D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948984-4A65-7B10-BA11-1D64B8D6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04FD98-940D-96C2-122F-C1C12989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43662F-999F-2BF0-0954-CEE97693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EBEE7B6-1D3B-BE23-B443-79BD2F982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40C3DB8-2BF9-3BD3-1A3C-F8418BEF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5B94ECC-8F7C-9030-D13E-1E7D3E774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E54915EA-439B-4B3C-AB89-0E499808ADD7}"/>
              </a:ext>
            </a:extLst>
          </p:cNvPr>
          <p:cNvGrpSpPr/>
          <p:nvPr/>
        </p:nvGrpSpPr>
        <p:grpSpPr>
          <a:xfrm>
            <a:off x="2083849" y="1382233"/>
            <a:ext cx="8900168" cy="4070462"/>
            <a:chOff x="2083849" y="1382233"/>
            <a:chExt cx="8900168" cy="4070462"/>
          </a:xfrm>
        </p:grpSpPr>
        <p:pic>
          <p:nvPicPr>
            <p:cNvPr id="65" name="Picture 6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7E9A888-2A90-435F-2FB5-3B4347479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849" y="4081095"/>
              <a:ext cx="974922" cy="1371600"/>
            </a:xfrm>
            <a:prstGeom prst="rect">
              <a:avLst/>
            </a:prstGeom>
          </p:spPr>
        </p:pic>
        <p:pic>
          <p:nvPicPr>
            <p:cNvPr id="66" name="Picture 6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F016B56-4A93-0174-1A84-C763CF75A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143" y="1382233"/>
              <a:ext cx="974922" cy="1371600"/>
            </a:xfrm>
            <a:prstGeom prst="rect">
              <a:avLst/>
            </a:prstGeom>
          </p:spPr>
        </p:pic>
        <p:pic>
          <p:nvPicPr>
            <p:cNvPr id="67" name="Picture 6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5605872-121C-4713-5750-43DE70976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095" y="2749161"/>
              <a:ext cx="974922" cy="1371600"/>
            </a:xfrm>
            <a:prstGeom prst="rect">
              <a:avLst/>
            </a:prstGeom>
          </p:spPr>
        </p:pic>
      </p:grpSp>
      <p:pic>
        <p:nvPicPr>
          <p:cNvPr id="68" name="Picture 6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3685E5-169D-DDDC-5E51-C98F2D84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1397135"/>
            <a:ext cx="974922" cy="1371600"/>
          </a:xfrm>
          <a:prstGeom prst="rect">
            <a:avLst/>
          </a:prstGeom>
        </p:spPr>
      </p:pic>
      <p:pic>
        <p:nvPicPr>
          <p:cNvPr id="69" name="Picture 6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F4175A-295E-7918-4B5E-607799CA8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57" y="2753988"/>
            <a:ext cx="974922" cy="1371600"/>
          </a:xfrm>
          <a:prstGeom prst="rect">
            <a:avLst/>
          </a:prstGeom>
        </p:spPr>
      </p:pic>
      <p:pic>
        <p:nvPicPr>
          <p:cNvPr id="70" name="Picture 6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31FE6A-8FDD-44C8-D99D-C54EBEBAB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8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405D56-ACDC-E85B-DA88-B45648AB1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68812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FC85C71-53E4-A395-61C7-17229B7B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68812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A733FA-62EF-3205-A064-54FA7908A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68812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EE728C4-D320-81DA-DD5F-F208736C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68812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B7EF35-7F55-8CE2-FB0E-7A1111A6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74123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9CE6548-6F0C-D42C-D570-A69F4F010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79434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BEF478-352A-F474-08D8-6647EF7D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79434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D4B6E2-8467-7176-761D-0DC7ED2B8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79434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B74DAD-0CA7-A60F-3E99-75359BA5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79434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4AFAE6-E85A-444A-B075-54F7106BD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79434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D527A4-2900-78D6-D542-21187454F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1417540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98AB410-1013-B596-C301-1E398C06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1417540"/>
            <a:ext cx="974921" cy="1371600"/>
          </a:xfrm>
          <a:prstGeom prst="rect">
            <a:avLst/>
          </a:prstGeom>
        </p:spPr>
      </p:pic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775355-473B-946E-719D-C9721658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1417540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C001F5C-844F-722E-7C0F-FD0CBC81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1417540"/>
            <a:ext cx="974921" cy="1371600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C45706-8CF9-BB03-D220-D872D9D1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1422851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DBE746-099D-421A-1890-DE173664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1428162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318F72-06B7-0766-F1A5-7E0333A3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1428162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0E08BE4-8831-67C4-CDA4-9A55BDA1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1428162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AF3437-CE98-AD67-0BDC-E8B811BE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1428162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B30724-2A10-B8B8-6799-9477FFFE9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1428162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4A0AA2-4C83-2033-3B46-1C79D868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2780359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84A758E-D87B-4615-CB47-5AECFCD2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2780359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EB94E5-5BE0-B4E9-845E-A6E018A1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2780359"/>
            <a:ext cx="974921" cy="1371600"/>
          </a:xfrm>
          <a:prstGeom prst="rect">
            <a:avLst/>
          </a:prstGeom>
        </p:spPr>
      </p:pic>
      <p:pic>
        <p:nvPicPr>
          <p:cNvPr id="34" name="Picture 3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C0C1F1-E59F-8804-26EC-3DC5FED9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2780359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CE3B85D-2F23-76DD-3A50-639DC0EB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2785670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DD8E54C-8A14-F4BC-CED3-D9DD5E8B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2790981"/>
            <a:ext cx="974921" cy="1371600"/>
          </a:xfrm>
          <a:prstGeom prst="rect">
            <a:avLst/>
          </a:prstGeom>
        </p:spPr>
      </p:pic>
      <p:pic>
        <p:nvPicPr>
          <p:cNvPr id="37" name="Picture 3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AEB14A0-A844-20BA-C76F-B91A51FE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2790981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958799B-621B-C508-BA4D-8CCADFF2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2790981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94ECF39-65FE-8243-6D5E-F57803ED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2790981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23654E2-BDF7-2996-CD68-08F04B3E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2790981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211700-3DE8-F54B-8C3E-ADE7EB87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4118465"/>
            <a:ext cx="974921" cy="1371600"/>
          </a:xfrm>
          <a:prstGeom prst="rect">
            <a:avLst/>
          </a:prstGeom>
        </p:spPr>
      </p:pic>
      <p:pic>
        <p:nvPicPr>
          <p:cNvPr id="42" name="Picture 4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5473D82-DEF5-5CDE-AA09-A0474B0D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4118465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588CBD6-4895-57E8-8BCB-1CCFAE649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4118465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0482780-8052-EBE3-E6D3-3CB54789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4118465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827382-FA49-16F1-601A-852C5F10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4123776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E2427FB-66E0-A8B9-5547-734EF0F78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4129087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96C630-861E-FC31-0E3E-5DE9BA43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4129087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2B0AC01-2874-C1F2-6D41-8906F813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4129087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E682CA-CE71-8689-1B80-FA863B44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4129087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7E2DBFA-86B2-3205-EFA6-1FDF31D0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4129087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536B377-EEBD-BCD6-DF4C-9F1C6BDD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5440638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E8140A0-9A89-B334-89E9-B2B90544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5440638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50537E-D0D8-3889-4958-65BA05ED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5440638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02DC2D6-9166-15D7-3C4C-260C3379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5440638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FC332D1-8CC6-5E9A-5A99-98AA3EBB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5445949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6D2EB2-3ECD-DAF3-CB13-A2B8A7E2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5451260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BDCCAE-EA23-BEAB-A0D3-EA717B8E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5451260"/>
            <a:ext cx="974921" cy="1371600"/>
          </a:xfrm>
          <a:prstGeom prst="rect">
            <a:avLst/>
          </a:prstGeom>
        </p:spPr>
      </p:pic>
      <p:pic>
        <p:nvPicPr>
          <p:cNvPr id="58" name="Picture 5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5F5979-87EC-C796-4F1B-648C957E4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5451260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D672BF-A429-AD15-07A8-C0AF3278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5451260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8C9F39-0EBE-8183-8975-2F5BBAB7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5451260"/>
            <a:ext cx="97492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6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43B0-14AD-A432-EB09-3B675594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03CB-BB2E-EF24-6A9A-D78DE755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unsurprising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E08D-CCBF-35E1-0A9F-0828F420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7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8BE2-EEB5-0F4C-CD42-585944EF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43228B-E2DE-6BB5-1481-2DAE6FB5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4635B42-B598-070E-6E8A-496AC565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765636-E1ED-ACB2-5B2F-8E8323EB8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65CEB5-13E7-A68C-A098-7B5DD63C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6F5C93-73C9-077F-4498-6A645945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1651C89-C111-37E1-525E-DF3DCEF9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89DB16-E8B3-7E3B-4DFB-274A749F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62B76B-C5CF-AD5A-6370-E2598A61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B34E39C-E36E-9F88-BF16-60A062B7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B91C348-D385-7FC5-57E2-C742C989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226BC2C-2778-D088-4A5E-E326D264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F71C576-711E-F1F6-CEEE-D551CB12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8D048CC-69C0-4AF7-C121-5820E48A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6DA504-6F1E-3713-9337-91F2A6A5A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D0F244-23A3-E3FE-0166-9532337E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6B15F2-A924-E38D-C598-B2BE31667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35167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016B44A-ADE0-F9C8-1B90-49CF45E1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09EA242-9BDF-4EE2-D773-2BC0831B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80474E-E38A-D16B-F1CE-1E5AD6FF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164253C-AE41-55D7-F87E-9BEE6B14A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668473B-D01B-399E-5041-312895475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E993DFE-4A32-A01E-29F4-F57884BD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2A7B671-DE7B-0409-838E-BC20EBE1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F1AD9F4-91C4-9E25-AE40-5C799FD9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0135352-6E95-F98B-0051-5FE7FCEB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ECDAF47-B154-53A4-3E85-43C67ED79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4802B64-1BF0-8485-637C-A8EC8E541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63B95D0-860F-2A8B-560C-AD1339659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F81223-C1D6-5BAA-70B1-2E690EDBF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B08F47B-6AE3-C063-EC49-6FAFE227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8CF887-E8D8-6753-3524-44EDA4C1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DDE81E-E79A-F8DB-51FA-CC0705EEF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B4C3756-057F-DD20-246F-BE8C7865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0BD7FD3-9B1E-8C88-1F2E-87DADCFA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2334D16-9037-3688-4048-356015A4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6D9F7E4-EEA9-D7B9-357D-3F4330411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70AD807-78EA-E14C-FEC7-2A1396408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932AF92-7510-E8FE-0D91-71C52D69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6938C7-DB67-746F-5B33-90E0FF1AA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8432F2-8044-BB09-53A0-14498EB6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AB5D87-216A-4AEF-2939-DAD92A858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DB50A87-2639-D338-2137-AFC504084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E3A2C07-F518-2079-4DED-5EA80097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F5342B-6B59-FCB2-667D-F77B2EFA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53" name="Picture 5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D8A665-1028-BEDA-AB38-600A12AD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1397135"/>
            <a:ext cx="974922" cy="1371600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3DFB068-E315-A0EF-BBB9-3389FE38E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849" y="4081095"/>
            <a:ext cx="974922" cy="1371600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78AA14A-BDF8-49D0-25C5-4563820E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095" y="2749161"/>
            <a:ext cx="974922" cy="1371600"/>
          </a:xfrm>
          <a:prstGeom prst="rect">
            <a:avLst/>
          </a:prstGeom>
        </p:spPr>
      </p:pic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FAA4AD-13F8-B625-3180-A8F52C21F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  <p:pic>
        <p:nvPicPr>
          <p:cNvPr id="5" name="Picture 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48FBF4-4F1B-E5F2-F476-C661FAB74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57" y="2753988"/>
            <a:ext cx="974922" cy="1371600"/>
          </a:xfrm>
          <a:prstGeom prst="rect">
            <a:avLst/>
          </a:prstGeom>
        </p:spPr>
      </p:pic>
      <p:pic>
        <p:nvPicPr>
          <p:cNvPr id="7" name="Picture 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0477E5C-50D9-B83F-AC7E-26D9814F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143" y="1382233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7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F7BC-7E68-E41A-461F-8BE8FAB3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8B12D88-C33C-ED8F-F951-162A4320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2D16CFD-D3C9-8464-610A-7DE5538A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BAE7C22-2669-B261-9CB1-D1EF9C75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D17D3B-733D-42D5-A310-0A6D6211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48F4331-A6CD-EC74-896A-4C12B420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9C5515-E28B-770C-9375-94EEF8F14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D6F222-B914-1029-122A-9C1ED71E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A9BA149-F80F-C082-3F7F-E40CDA7D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6866303-7F24-759F-DC2D-4806E1DA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0149DE-14D7-B1F9-D07E-3A12D954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3D1B287-D84D-65D0-C5D5-E4CADBB6D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4951863-ECAF-1AD2-D913-393B6235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4DDCF66-13F4-DCAC-4B24-9B993145B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866A0B-2C31-0F95-B9CD-C8656B798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A966C8C-B4DF-0EC3-0A53-9D750F8E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A3306E-9C80-FF7A-F3B0-594AB82F2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03404C-58C8-A5FB-7427-4E72A46B6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073189-159E-23BD-BEED-303D2CA6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9AFED6-C8C3-731E-9524-9AFC8731C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1607E34-8FCA-4A9E-8A74-826CC8D7E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56A2D9D-20E8-A380-EB90-335977F3C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0313306-3A12-437F-363F-4C3777A47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4ACAB85-3033-B71D-B97A-9717FA0D7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710FA50-C237-0AE0-185A-31F8060E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EEECF2C-D0A5-6141-A2E7-4B0A74F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06E4A4-ED1F-2CFC-BEC1-D2CA4077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07EB01-28C1-109B-C9EE-3066BF5A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B87692-8EF9-9499-5A4A-4C9205901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B2117F-E270-1D18-95F9-2BEFA89F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5EF61B-A668-FA8D-EEBA-0578C0E57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207392F-CA9D-2BCA-B9BE-D6F0556EE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FDA87F0-31C9-4610-58E5-0617ABC2C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0BC3F89-6CF5-CA10-76B8-6DD0BFB4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0E1D22-EBFD-BB18-94E2-323AFD77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1ED354-7264-0758-E943-3CD2D35C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FC58A9-ECF6-9130-1242-5EC1E0B2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FAB059-63AA-42C5-B5F6-5A975940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93E368-1A3D-A716-60B6-767964B69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28B132A-133B-796A-1D2B-7739DFADE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BF90B40-03C3-06E1-A06B-CCB4D115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26079C-DD88-B948-B878-93154B21D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461F60D-A9E3-93D6-D80E-B6C8BA82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B951464-6B3C-8D86-D9D6-D31634CC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92B1C9E-4B7F-35D6-1EC0-D70CFB79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10" name="Picture 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85E315F-4BA9-EEFF-79B0-24E74F04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37DD39-EF67-6D45-411D-BA9E89C6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57" y="2753988"/>
            <a:ext cx="974922" cy="1371600"/>
          </a:xfrm>
          <a:prstGeom prst="rect">
            <a:avLst/>
          </a:prstGeom>
        </p:spPr>
      </p:pic>
      <p:pic>
        <p:nvPicPr>
          <p:cNvPr id="57" name="Picture 5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2F0164-CF50-BD37-E5DE-BB742D97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1397135"/>
            <a:ext cx="974922" cy="137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4C2FB3-2C53-8624-BE04-0405837F5789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F36325E-85DE-544E-D0B2-3B3E008BCFDA}"/>
              </a:ext>
            </a:extLst>
          </p:cNvPr>
          <p:cNvGrpSpPr/>
          <p:nvPr/>
        </p:nvGrpSpPr>
        <p:grpSpPr>
          <a:xfrm>
            <a:off x="2083849" y="1382233"/>
            <a:ext cx="8900168" cy="4070462"/>
            <a:chOff x="2083849" y="1382233"/>
            <a:chExt cx="8900168" cy="4070462"/>
          </a:xfrm>
        </p:grpSpPr>
        <p:pic>
          <p:nvPicPr>
            <p:cNvPr id="7" name="Picture 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FA53D54-69AF-A66C-F258-113A9A721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849" y="4081095"/>
              <a:ext cx="974922" cy="1371600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068CFBA-0DBD-F191-B3F1-DD3F49853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143" y="1382233"/>
              <a:ext cx="974922" cy="1371600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9C160A8-948B-8A2E-4C88-C33687C64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095" y="2749161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31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DEF3-76EE-093C-1171-3EC79E52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2BD4171-1F07-8627-6D97-B7C20BB57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139F7C6-7A9B-EA08-F7F3-6F5DD995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28EA494-211C-261F-17E4-51B7D687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26BE4FE-D642-F36B-0B09-E4F4AEDE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1B4D873-A71D-9CD4-1650-8EF73136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B1C4AEC-A9B2-259D-F133-99B775BC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3A69F6-8938-4C56-7263-CCE2CD27E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BD6905E-7B02-DDBB-88D1-5D39560D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E8310DA-76C4-D9BA-BE23-12F441AE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AA22BFF-8521-78EF-08EE-C835C2BD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3E510B-A463-59FD-3BD1-A1BE2E37F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A2C5104-F192-994E-2A0D-6B68B2DE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751E476-D9BA-E1B9-AE5D-8933E6AEE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EC81CFC-C74A-C824-60E7-F3FA38280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83C976B-41C2-326E-7A14-93E432DE8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295A48C-CEBE-0428-93BB-76007A32E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90BE9EC-A339-350C-D427-9CFC7F0B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0E4EAF-9DE4-8F93-D405-0A42E012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B10F4B-4FEE-EF0F-B79D-5748B1F7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E25E51-DB9E-3DC7-4098-2520F09D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8A151C7-EE21-E06E-8AB3-00CB8755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F53412-F072-F9BA-C6EC-01F6DDAC0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43D3B4-8B58-FB1B-FE71-B2C3D682C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88D2E3-1AF8-630B-41F6-3ECABFE3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EA1181-454C-6ABE-2EA3-7A23C3F5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22F23A-91F4-5AC2-F395-2CF1F6D41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4ACBE7-0CEE-BE88-A14C-C86519BC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437044-1228-C696-A59E-4A2B2355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10A3F1-297B-4FBB-C5E2-2400760D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A11A21-379F-E0E6-9E56-037B632F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633C9E-9B09-AA8A-9D8D-7ADAC4E5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453577B-ADEA-F05A-BC8A-4C716AD5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F1A143-1ACD-DFB8-84EE-0DC72CDC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69280B-51AF-8EEC-583B-2B5E3B33A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E187C44-CEAC-0BEB-7BB5-6B904816C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32517A-F4FB-8582-A822-4B9D0E48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49FBDF1-3C40-8EFD-9C2D-7F7A6C18D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8A27A8F-2EDF-404C-123C-D0CFEF2F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A6FEC88-33D6-02DB-65F6-CADC9B9E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6F69DB7-6AC9-56ED-C277-59E44151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125BB5E-3CBD-7A9C-C40A-C705185B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7E1AE96-84EF-B1F1-A8AC-CF4F7466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D57C485-361E-55C4-43F9-4ED55105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72E1F0-A6CD-486E-BAD5-94A9FC90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C07BBC47-CCFE-E968-ADAE-1F98EB5FC5E2}"/>
              </a:ext>
            </a:extLst>
          </p:cNvPr>
          <p:cNvGrpSpPr/>
          <p:nvPr/>
        </p:nvGrpSpPr>
        <p:grpSpPr>
          <a:xfrm>
            <a:off x="2083849" y="1382233"/>
            <a:ext cx="8900168" cy="4070462"/>
            <a:chOff x="2083849" y="1382233"/>
            <a:chExt cx="8900168" cy="4070462"/>
          </a:xfrm>
        </p:grpSpPr>
        <p:pic>
          <p:nvPicPr>
            <p:cNvPr id="65" name="Picture 6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07C0E3C-49EB-5482-120A-9F118CC7B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849" y="4081095"/>
              <a:ext cx="974922" cy="1371600"/>
            </a:xfrm>
            <a:prstGeom prst="rect">
              <a:avLst/>
            </a:prstGeom>
          </p:spPr>
        </p:pic>
        <p:pic>
          <p:nvPicPr>
            <p:cNvPr id="66" name="Picture 6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88F1BE2-4137-0F32-15D6-9D8F2A9B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143" y="1382233"/>
              <a:ext cx="974922" cy="1371600"/>
            </a:xfrm>
            <a:prstGeom prst="rect">
              <a:avLst/>
            </a:prstGeom>
          </p:spPr>
        </p:pic>
        <p:pic>
          <p:nvPicPr>
            <p:cNvPr id="67" name="Picture 6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6968B78-DDE4-511D-3DD1-37907D540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095" y="2749161"/>
              <a:ext cx="974922" cy="1371600"/>
            </a:xfrm>
            <a:prstGeom prst="rect">
              <a:avLst/>
            </a:prstGeom>
          </p:spPr>
        </p:pic>
      </p:grpSp>
      <p:pic>
        <p:nvPicPr>
          <p:cNvPr id="68" name="Picture 6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BF88CD-A329-504B-F7CE-4AF93E2E7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1397135"/>
            <a:ext cx="974922" cy="1371600"/>
          </a:xfrm>
          <a:prstGeom prst="rect">
            <a:avLst/>
          </a:prstGeom>
        </p:spPr>
      </p:pic>
      <p:pic>
        <p:nvPicPr>
          <p:cNvPr id="69" name="Picture 6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31F0642-6C2A-C372-26EF-4C516238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57" y="2753988"/>
            <a:ext cx="974922" cy="1371600"/>
          </a:xfrm>
          <a:prstGeom prst="rect">
            <a:avLst/>
          </a:prstGeom>
        </p:spPr>
      </p:pic>
      <p:pic>
        <p:nvPicPr>
          <p:cNvPr id="70" name="Picture 6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9E1191F-E5FA-D807-0F11-14454F69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0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43C4-8E03-9115-8306-047FDABF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B6C045C-717E-6FBA-EB34-C5864B6E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787" y="2767912"/>
            <a:ext cx="974921" cy="1371600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62F4BA-A028-8F2F-5D47-06F630A4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C4B539-2B2A-139D-C4B4-B1D7E78E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E6A086-CEC4-EFE7-8128-213153C73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26E17F-BC95-13E4-6BDC-09EE82889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F55BB56-055D-9BA2-A2A5-BDEB1CA77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073BC36-F678-77DE-7230-A7F8D65EB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E198336-CAE7-83BC-4B46-0E138A32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4EA9CE0-6D3A-EB5A-08F9-C3F459645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66900B-C8AC-739B-9DF8-77D0F31DA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96054F-E873-E5AD-AD9C-DDAF84D7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23F4181-A065-A2B6-BEC0-6AB20B5DC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F37A8A-3CFA-753A-3A22-BAFB932BA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5C7CA78-045B-6618-8BCA-DB82495DA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A70C2BB-F522-7A47-8CF5-91BE2F85F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4100F23-397F-E22B-3FF6-ACDF3FFF0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B87C8B-52B8-85E4-D64C-8F0EA4DF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ED50048-ED2A-7E1C-83E6-06D5FAA7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74FA09A-2DD5-BFFE-2AB3-6BCE3B61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BE7DBF-15C8-1C62-0FD5-37434BD61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C2A29F1-A8D5-72BA-7813-B463A729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74E5DF-BAC8-7ECF-845A-E2F64724C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F7AAA60-5F63-B574-37CA-BC2D83FC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1E53B4-A4AD-98AC-0C0A-10A4A97E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B549664-57F0-59DE-8BF9-3677C3C14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BDE06DE-3B83-68D5-F4CA-CD278F6F8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06855AD-7E41-14AE-B7D9-46E34450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7AD8235-1B51-BAAA-A947-F110885A1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79FA17-83FD-EA7B-0A3A-AD1EFE0A1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1F7DB5-6545-2306-3883-567B41D3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3479BA-9587-A053-644E-F4F4F890A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F94A91-5FF1-E855-2301-439F1E455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BFD24C2-228F-8525-FC65-5F25B55D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C37D9B2-AB05-ADA9-17A3-23BCFEB4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78DB30A-64FA-ED05-2B4C-B4179442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976DB1-0DD1-552F-D266-D70DD074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DEB987-B917-6F73-E9EC-B8FD9C686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FDD367-2FD0-D6FB-D144-D2A2E69FF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16F292-D60E-B5B7-D842-CCE7A36A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D566218-6A1C-84FC-B0A2-FD02491E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EBD706-E64E-2D17-E734-55FB5D87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F7E4D27-E8A4-4FA0-AD1F-3865E0DB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D70729F-BD16-24BE-75CA-70D588FD4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98B787B-7701-AC3D-0104-8FF4B2D7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8815C2E-5964-E649-E6C6-F9B1B7F52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3676CDD-3D2A-F0F9-62F1-E8EDA90B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936" y="1418264"/>
            <a:ext cx="974921" cy="1371600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5E9A18-0BB2-5806-A5EB-64784F54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94" y="5428191"/>
            <a:ext cx="974921" cy="13716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57FE2CB6-7A3A-3579-FB76-061688FC3773}"/>
              </a:ext>
            </a:extLst>
          </p:cNvPr>
          <p:cNvGrpSpPr/>
          <p:nvPr/>
        </p:nvGrpSpPr>
        <p:grpSpPr>
          <a:xfrm>
            <a:off x="1891665" y="1400542"/>
            <a:ext cx="8795296" cy="4073394"/>
            <a:chOff x="1891665" y="1400542"/>
            <a:chExt cx="8795296" cy="4073394"/>
          </a:xfrm>
        </p:grpSpPr>
        <p:pic>
          <p:nvPicPr>
            <p:cNvPr id="16" name="Picture 15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707C99AB-861A-1400-6EE1-3C780CB72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1665" y="4102336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4D4EC463-5D9E-ED7F-21EC-12498D39C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2039" y="2782980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93D68F11-9EAA-4C68-E712-DE48AEDB5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060" y="1400542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626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B7F5-69AF-6518-8774-022AF2AE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0C3F99A-5D1A-7178-0784-ACDE64E8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787" y="2767912"/>
            <a:ext cx="974921" cy="1371600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02E5E89-A07A-DAD0-633E-F19E3CE1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6C84EA-E77B-CF7E-4847-384B28AA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23D4F45-383B-5674-BDB0-0CE312B8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11034D-A684-578A-18FB-A5DE59830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2ECC573-2C7E-5A01-1ABE-AAFFD75B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FD9FB2-4238-9974-29B7-A893A1927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735A7C-EC06-8150-FF79-CF910864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292070-CF2F-DF8A-531B-2CD0D149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B953C6-8BA3-D4BE-1E37-DBA26D515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62A8402-A5A5-E394-6EA1-52704C2CF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FE995B-AE1D-5899-5537-36F061C9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90C3BDB-37E8-888D-975F-C43B127A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B49BBEC-72DA-5A6C-5F95-C97F879C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122C44-E8E8-2B1A-4890-5E375F0C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31B44F-3B49-B219-E203-C1353CDF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1ECEFC4-83F1-988C-9271-392533F4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2794A55-0441-39B4-66A1-C3E4408B8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6C81532-3F3B-3ECD-6E44-F64949B8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749E6F9-0927-EFDC-B668-A2F0055F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02ED63-2250-C744-D02D-B822C314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8735D8-9566-BB01-6E1C-D060D8DAE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CC46E8-D9A7-C158-4D93-7140A9BF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D2C2D2-92CB-367F-2FFC-D88C7F06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46C6021-8E79-3B78-E5AD-143076CD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4DBA48-A897-CAD3-3FE8-66BFB53E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AE2746A-D9E6-D9AF-A74A-54BE1E58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1F61E5D-15E0-3CC1-43A6-3C1B0CC0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F5141E-E702-5E79-B198-86E4C15E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095AAE-ED2E-2F89-027E-BBD4D859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856D5B0-165A-7DAD-4D78-CAD2B6A03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94FFF18-6B7C-F2CD-CEC7-89683BFD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530AD9-AB7B-1DAD-4FB1-F577D8CC3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173ECB-6A98-E079-A443-2A2F7784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786296-048C-CD78-1F19-DE0DEBAD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8EC8817-6014-C646-5DAB-69302FA81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3C77D3-FE5B-A368-5917-F4411A87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A96E18-9601-19D3-1605-8EFC6FE2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081945E-4380-FFB2-C833-E8E54D3D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833680-26F1-8306-E4CC-1080F4E05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494D16-3414-4431-2951-796A92CF8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9640A6-A207-9929-D3AE-0DFBA49D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CFEDF3-10AB-2F3F-1F77-AF8B5291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BC2AF91-5564-751E-1A8C-D57D9BA9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0D1995-5756-8B3D-09E2-E5FB57493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0CB2B30-C129-805D-833B-6C3DDD8B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936" y="1418264"/>
            <a:ext cx="974921" cy="1371600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065F8F6-EADB-F7EE-3C32-02646CA9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94" y="5428191"/>
            <a:ext cx="974921" cy="13716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2561408-8171-2A5B-5E00-F864E309CD9B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E3C9C7B-2BBB-A3D2-648C-C338CB00F860}"/>
              </a:ext>
            </a:extLst>
          </p:cNvPr>
          <p:cNvGrpSpPr/>
          <p:nvPr/>
        </p:nvGrpSpPr>
        <p:grpSpPr>
          <a:xfrm>
            <a:off x="1891665" y="1400542"/>
            <a:ext cx="8795296" cy="4073394"/>
            <a:chOff x="1891665" y="1400542"/>
            <a:chExt cx="8795296" cy="4073394"/>
          </a:xfrm>
        </p:grpSpPr>
        <p:pic>
          <p:nvPicPr>
            <p:cNvPr id="16" name="Picture 15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ED16BDDA-A678-07C1-70FE-FD9B4CB88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1665" y="4102336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9899CD2E-06FA-7A1F-54D1-C2EDCD91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2039" y="2782980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A2B693A1-4E5B-BA9E-D460-7495C3C4B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060" y="1400542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792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68FD-2AF7-31C6-D185-76211C8C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DD7CBBB-E6E8-0B36-D09E-082C0383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787" y="2767912"/>
            <a:ext cx="974921" cy="1371600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0E8948D-5675-060C-307F-4084746B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0B29B99-D26D-E299-B75A-EA201A0BA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D79120-F89A-1336-122B-C2CAC3B4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20DB2D3-AE91-EBD5-1865-A5E87233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B7BDBC8-D6F8-4D41-806F-B27A398D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962072-F90C-264B-6CE0-8F5D3FE4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F0F993-E562-F132-5A97-94F46D472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913F71-DAD1-0F9D-8209-635D6BD5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1EDC578-ABA2-9A2F-EDCE-16C9E8B74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0E9F00A-7B2B-8069-B3FE-FA6D91CF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0D2A047-9E4D-1C6E-2999-D753E8AEF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14F736E-11D4-ACCC-48C4-5096170F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3AE56E8-745E-A866-CEB4-F3CB4542C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EE44236-070E-987D-CD71-E89D327F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365B8F-75F3-370F-B675-9323275C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75E9753-A034-78B7-4D10-361E3EEE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73F0D07-1D1A-3B35-46AE-4DBEC1E2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8418E0-5C64-4438-93E5-0C3610807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38D81F-6376-574F-6ABF-B433BD150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36DEFE1-20FF-D084-0F04-B11EF0DB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27AF5EC-59A0-AFA2-0DA1-10F4C870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3B6C76F-DC43-4426-0196-0FF3CD5B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5B24C43-F685-81C6-5579-037536A6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46F42F-53AF-09B8-49EA-772A2289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9AC0763-B5FC-F0B2-9E49-B210D5DE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F1F8789-16C2-AFC7-9F85-FEC6D617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410F1B-A1A9-9AF0-B2C1-AF5E78F5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D350399-93BD-92B6-5B5D-C3BDF24B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96FD9FF-CCD9-A73A-EE9B-8CD02A739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46A385-FF5D-E603-AD1F-7ED8627B5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34DE60-98F9-0B41-C618-83D69F2C0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7EDEC4A-E107-D0D4-40CA-3D1763BCF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692001D-BD72-20F8-85C6-852A2999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3AAEAC2-C0B9-EE93-7ABB-A96945C1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241CF0E-B50F-765E-98A7-60564B9E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0873249-8977-F88C-7E35-8A3C46BB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3C5DCDA-092B-7561-8871-A8FA2A9C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4DEDB4-96BE-CB04-7E58-23F80352C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00D6662-AB81-1449-5717-41887EED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E4AE61-846D-BDC4-5874-8AF7EEDF1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ACFCF3F-8E3C-F701-6BF9-DFDF15190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EDC6CB-4BB2-2C16-91E3-F9431F9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061EE43-87C6-5B61-6241-DB14B74DD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5E95F6A-E7EB-D0DF-E07C-086CE2DC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1105A47-B5DD-22C1-220B-B6303834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936" y="1418264"/>
            <a:ext cx="974921" cy="1371600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D2C8CC2-2588-C3D4-13B5-999A3D9D4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94" y="5428191"/>
            <a:ext cx="974921" cy="13716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CDBC6992-639E-D8AF-1386-C69BB5E32FC8}"/>
              </a:ext>
            </a:extLst>
          </p:cNvPr>
          <p:cNvGrpSpPr/>
          <p:nvPr/>
        </p:nvGrpSpPr>
        <p:grpSpPr>
          <a:xfrm>
            <a:off x="1891665" y="1400542"/>
            <a:ext cx="8795296" cy="4073394"/>
            <a:chOff x="1891665" y="1400542"/>
            <a:chExt cx="8795296" cy="4073394"/>
          </a:xfrm>
        </p:grpSpPr>
        <p:pic>
          <p:nvPicPr>
            <p:cNvPr id="16" name="Picture 15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DBA74553-DAAD-D535-D01C-EAF106990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1665" y="4102336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40A7F96C-61F3-B361-E84E-17ED69E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2039" y="2782980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571471E1-5DF8-9015-341D-67CC5E28C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060" y="1400542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085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2</Words>
  <Application>Microsoft Macintosh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surprising</vt:lpstr>
      <vt:lpstr>PowerPoint Presentation</vt:lpstr>
      <vt:lpstr>PowerPoint Presentation</vt:lpstr>
      <vt:lpstr>PowerPoint Presentation</vt:lpstr>
      <vt:lpstr>PowerPoint Presentation</vt:lpstr>
      <vt:lpstr>unsurprising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OKeeffe</dc:creator>
  <cp:lastModifiedBy>Misha OKeeffe</cp:lastModifiedBy>
  <cp:revision>4</cp:revision>
  <dcterms:created xsi:type="dcterms:W3CDTF">2025-09-30T17:47:28Z</dcterms:created>
  <dcterms:modified xsi:type="dcterms:W3CDTF">2026-04-17T23:44:37Z</dcterms:modified>
</cp:coreProperties>
</file>